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40399-17EB-4CCA-A577-D2DAA892C256}" v="1" dt="2026-01-20T16:47:31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Albani" userId="f3197290-ef93-4b3d-a5a8-d01d46dd5273" providerId="ADAL" clId="{4709093D-41D4-4F0E-AC9C-1D262D9F6FBD}"/>
    <pc:docChg chg="undo redo custSel modSld">
      <pc:chgData name="Lorenzo Albani" userId="f3197290-ef93-4b3d-a5a8-d01d46dd5273" providerId="ADAL" clId="{4709093D-41D4-4F0E-AC9C-1D262D9F6FBD}" dt="2026-01-20T16:51:04.694" v="283" actId="20577"/>
      <pc:docMkLst>
        <pc:docMk/>
      </pc:docMkLst>
      <pc:sldChg chg="delSp modSp mod">
        <pc:chgData name="Lorenzo Albani" userId="f3197290-ef93-4b3d-a5a8-d01d46dd5273" providerId="ADAL" clId="{4709093D-41D4-4F0E-AC9C-1D262D9F6FBD}" dt="2026-01-20T16:51:04.694" v="283" actId="20577"/>
        <pc:sldMkLst>
          <pc:docMk/>
          <pc:sldMk cId="0" sldId="256"/>
        </pc:sldMkLst>
        <pc:spChg chg="mod">
          <ac:chgData name="Lorenzo Albani" userId="f3197290-ef93-4b3d-a5a8-d01d46dd5273" providerId="ADAL" clId="{4709093D-41D4-4F0E-AC9C-1D262D9F6FBD}" dt="2026-01-20T16:51:04.694" v="283" actId="20577"/>
          <ac:spMkLst>
            <pc:docMk/>
            <pc:sldMk cId="0" sldId="256"/>
            <ac:spMk id="55" creationId="{00000000-0000-0000-0000-000000000000}"/>
          </ac:spMkLst>
        </pc:spChg>
        <pc:spChg chg="del">
          <ac:chgData name="Lorenzo Albani" userId="f3197290-ef93-4b3d-a5a8-d01d46dd5273" providerId="ADAL" clId="{4709093D-41D4-4F0E-AC9C-1D262D9F6FBD}" dt="2026-01-20T16:46:21.320" v="55" actId="478"/>
          <ac:spMkLst>
            <pc:docMk/>
            <pc:sldMk cId="0" sldId="256"/>
            <ac:spMk id="58" creationId="{00000000-0000-0000-0000-000000000000}"/>
          </ac:spMkLst>
        </pc:spChg>
        <pc:spChg chg="del mod">
          <ac:chgData name="Lorenzo Albani" userId="f3197290-ef93-4b3d-a5a8-d01d46dd5273" providerId="ADAL" clId="{4709093D-41D4-4F0E-AC9C-1D262D9F6FBD}" dt="2026-01-20T16:46:23.339" v="56" actId="478"/>
          <ac:spMkLst>
            <pc:docMk/>
            <pc:sldMk cId="0" sldId="256"/>
            <ac:spMk id="5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.albani2@studenti.unipi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428525"/>
            <a:ext cx="85206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 b="1" dirty="0"/>
              <a:t>ML 2025 Project 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7451"/>
              <a:buNone/>
            </a:pPr>
            <a:r>
              <a:rPr lang="it" sz="4533"/>
              <a:t>Slides demo (</a:t>
            </a:r>
            <a:r>
              <a:rPr lang="it" sz="4200"/>
              <a:t>v0.1</a:t>
            </a:r>
            <a:r>
              <a:rPr lang="it" sz="4533"/>
              <a:t>)</a:t>
            </a:r>
            <a:r>
              <a:rPr lang="it" sz="4977"/>
              <a:t> </a:t>
            </a:r>
            <a:endParaRPr sz="4977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76100"/>
            <a:ext cx="8416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</a:rPr>
              <a:t>Albani Lorenzo, Maitino Tommaso, Roselli Riccardo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</a:rPr>
              <a:t>«I Cavalli» Team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br>
              <a:rPr lang="it" sz="1520" dirty="0">
                <a:solidFill>
                  <a:schemeClr val="dk1"/>
                </a:solidFill>
              </a:rPr>
            </a:br>
            <a:r>
              <a:rPr lang="it" sz="1520" dirty="0">
                <a:solidFill>
                  <a:schemeClr val="dk1"/>
                </a:solidFill>
              </a:rPr>
              <a:t> Students from Data Science and Business Informatics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lang="it" sz="152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  <a:hlinkClick r:id="rId3"/>
              </a:rPr>
              <a:t>l.albani2@studenti.unipi.it</a:t>
            </a:r>
            <a:r>
              <a:rPr lang="it" sz="1520" dirty="0">
                <a:solidFill>
                  <a:schemeClr val="dk1"/>
                </a:solidFill>
              </a:rPr>
              <a:t>, email tommy, email gym riccardo</a:t>
            </a:r>
            <a:endParaRPr sz="1253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933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</a:rPr>
              <a:t>Date xx/yy/xyzz</a:t>
            </a:r>
            <a:endParaRPr sz="1200"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20" dirty="0">
                <a:solidFill>
                  <a:schemeClr val="dk1"/>
                </a:solidFill>
              </a:rPr>
              <a:t>Type of project: </a:t>
            </a:r>
            <a:r>
              <a:rPr lang="it" sz="1520" b="1" dirty="0">
                <a:solidFill>
                  <a:schemeClr val="dk1"/>
                </a:solidFill>
              </a:rPr>
              <a:t>A</a:t>
            </a:r>
            <a:endParaRPr sz="1520" b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200"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7525" y="51773"/>
            <a:ext cx="889425" cy="9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253725" y="2340900"/>
            <a:ext cx="72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Objectives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Describe/define in this slide your aim (in short): see section 1 of the file “ML-25-Report-info-...” for details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it">
                <a:solidFill>
                  <a:schemeClr val="dk1"/>
                </a:solidFill>
              </a:rPr>
              <a:t>Slides general notes: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the lecture notes on the PRJ (ML-25-PRJ-...)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also the document  “ML-25-Report-info-...” for further info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In particular follow the</a:t>
            </a:r>
            <a:r>
              <a:rPr lang="it" sz="1600">
                <a:solidFill>
                  <a:srgbClr val="FF0000"/>
                </a:solidFill>
              </a:rPr>
              <a:t> [*]</a:t>
            </a:r>
            <a:r>
              <a:rPr lang="it" sz="1600">
                <a:solidFill>
                  <a:schemeClr val="dk1"/>
                </a:solidFill>
              </a:rPr>
              <a:t> sign that denotes “</a:t>
            </a:r>
            <a:r>
              <a:rPr lang="it" sz="1600" i="1">
                <a:solidFill>
                  <a:srgbClr val="FF0000"/>
                </a:solidFill>
              </a:rPr>
              <a:t>Lack of results in this part invalidates the report</a:t>
            </a:r>
            <a:r>
              <a:rPr lang="it" sz="1600">
                <a:solidFill>
                  <a:schemeClr val="dk1"/>
                </a:solidFill>
              </a:rPr>
              <a:t>”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You can change the colors/font of the slides etc according to your preference (within the specified  limits in the lecture)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Your contributions (may be more slides, but be schematic)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Code description, in short </a:t>
            </a:r>
            <a:r>
              <a:rPr lang="it" sz="1600">
                <a:solidFill>
                  <a:schemeClr val="dk1"/>
                </a:solidFill>
              </a:rPr>
              <a:t>(see the file “ML-25-Report-info-...”)</a:t>
            </a:r>
            <a:endParaRPr sz="16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Necessary features for the model implementation and the CUP application </a:t>
            </a:r>
            <a:r>
              <a:rPr lang="it" sz="1600">
                <a:solidFill>
                  <a:schemeClr val="dk1"/>
                </a:solidFill>
              </a:rPr>
              <a:t>(see the file “ML-25-Report-info-...”: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note, for the CUP application)</a:t>
            </a:r>
            <a:r>
              <a:rPr lang="it">
                <a:solidFill>
                  <a:schemeClr val="dk1"/>
                </a:solidFill>
              </a:rPr>
              <a:t>:</a:t>
            </a:r>
            <a:r>
              <a:rPr lang="it"/>
              <a:t>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70850" y="2185375"/>
            <a:ext cx="3301800" cy="24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Models/Architecture/s (and numb. of layers for 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activation function/s (NN)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training algorithm/s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Batch/on-line/mb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216725" y="2161150"/>
            <a:ext cx="3626700" cy="24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Initialization of NN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Regularization schema/s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Stop condition/s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17375" y="4107175"/>
            <a:ext cx="612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 schematic: facts (by techniques names) and numbers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Models Novelties (may be more slides)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lang="it" b="1">
                <a:solidFill>
                  <a:schemeClr val="dk1"/>
                </a:solidFill>
              </a:rPr>
              <a:t>novelties</a:t>
            </a:r>
            <a:r>
              <a:rPr lang="it">
                <a:solidFill>
                  <a:schemeClr val="dk1"/>
                </a:solidFill>
              </a:rPr>
              <a:t> in your model/approach/techniques/implementation (if any) outside the standard approaches (i.e. beyond  the necessary features/ordinary techniques specified in the previous slide). 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Remember to support them by comparions/evidences in the experimental part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1 (may be more slides, but be schematic)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 sz="1100">
                <a:solidFill>
                  <a:schemeClr val="dk1"/>
                </a:solidFill>
              </a:rPr>
              <a:t>-</a:t>
            </a:r>
            <a:r>
              <a:rPr lang="it" sz="700">
                <a:solidFill>
                  <a:schemeClr val="dk1"/>
                </a:solidFill>
              </a:rPr>
              <a:t>      </a:t>
            </a:r>
            <a:r>
              <a:rPr lang="it" sz="1400">
                <a:solidFill>
                  <a:schemeClr val="dk1"/>
                </a:solidFill>
              </a:rPr>
              <a:t> Performance (see Table 1) and learning curves (MSE and accuracy plots for the 3 MONK’s tasks, see the next slide as an example of schema filled with the plot for the MONK2)</a:t>
            </a:r>
            <a:endParaRPr sz="1400">
              <a:solidFill>
                <a:schemeClr val="dk1"/>
              </a:solidFill>
            </a:endParaRPr>
          </a:p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</a:rPr>
              <a:t>-    Used hyper-parameters </a:t>
            </a:r>
            <a:r>
              <a:rPr lang="it" sz="1300">
                <a:solidFill>
                  <a:schemeClr val="dk1"/>
                </a:solidFill>
              </a:rPr>
              <a:t>(including activation functions), please use the notation used in the course and not the notations of libraries etc, or you have to explain  (prj B)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400" y="2653473"/>
            <a:ext cx="6739200" cy="17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2 (may be more slides, but be schematic)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9575" y="1152475"/>
            <a:ext cx="6031974" cy="36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Validation schema: data splitting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1-2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Which schema have you used for model selection and model assessment?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Validation schema can be easily reported in a graphical form, e.g.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it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Have you a final retraining?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3050" y="2333500"/>
            <a:ext cx="4424625" cy="6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CUP Validation schema: model selection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2-3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Schema and range of explored hyper-parameters (values used for the grid search, possibly table/tables): </a:t>
            </a:r>
            <a:r>
              <a:rPr lang="it" sz="1600">
                <a:solidFill>
                  <a:schemeClr val="dk1"/>
                </a:solidFill>
              </a:rPr>
              <a:t>see the file “ML-25-Report-info-...” and also the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 on the “Model selection”, for the CUP application</a:t>
            </a:r>
            <a:endParaRPr sz="16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The synthesis of the hyperparameters setting must be reported on the slides, while a complete description can be inserted in a document within the code package (call it “hyperparameters-setting”) and in the Appendix slides (selecting what is more relevant). 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Results (many slides are possible)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4-9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In particular, do not forget:</a:t>
            </a:r>
            <a:endParaRPr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describe “</a:t>
            </a:r>
            <a:r>
              <a:rPr lang="it" sz="1500" b="1">
                <a:solidFill>
                  <a:schemeClr val="dk1"/>
                </a:solidFill>
              </a:rPr>
              <a:t>your path</a:t>
            </a:r>
            <a:r>
              <a:rPr lang="it" sz="1500">
                <a:solidFill>
                  <a:schemeClr val="dk1"/>
                </a:solidFill>
              </a:rPr>
              <a:t>” to reach your final model, i.e. the relevant choices that you made and the rational of that choices  (selecting the relevant decisions &amp; aspects that deserve to be described  according to your feeling)</a:t>
            </a:r>
            <a:endParaRPr sz="15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specify </a:t>
            </a:r>
            <a:r>
              <a:rPr lang="it" sz="1500" b="1">
                <a:solidFill>
                  <a:schemeClr val="dk1"/>
                </a:solidFill>
              </a:rPr>
              <a:t>how </a:t>
            </a:r>
            <a:r>
              <a:rPr lang="it" sz="1500">
                <a:solidFill>
                  <a:schemeClr val="dk1"/>
                </a:solidFill>
              </a:rPr>
              <a:t>you selected the </a:t>
            </a:r>
            <a:r>
              <a:rPr lang="it" sz="1500" b="1">
                <a:solidFill>
                  <a:schemeClr val="dk1"/>
                </a:solidFill>
              </a:rPr>
              <a:t>FINAL model </a:t>
            </a:r>
            <a:r>
              <a:rPr lang="it" sz="1500">
                <a:solidFill>
                  <a:schemeClr val="dk1"/>
                </a:solidFill>
              </a:rPr>
              <a:t>(used on the blind test set). Which is it among the candidates and why? Also write the  hyper-parameters of the final model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for the FINAL model used on the blind test set the </a:t>
            </a:r>
            <a:r>
              <a:rPr lang="it" sz="1500" b="1">
                <a:solidFill>
                  <a:schemeClr val="dk1"/>
                </a:solidFill>
              </a:rPr>
              <a:t>TABLE with MEE for TR (training), VL (validation) and TS (internal TS)  in the original scale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the </a:t>
            </a:r>
            <a:r>
              <a:rPr lang="it" sz="1500" b="1">
                <a:solidFill>
                  <a:schemeClr val="dk1"/>
                </a:solidFill>
              </a:rPr>
              <a:t>plot of the learning curve of the final model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Discussion (may be more slides)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b="1">
                <a:solidFill>
                  <a:schemeClr val="dk1"/>
                </a:solidFill>
              </a:rPr>
              <a:t>Discuss/analyze </a:t>
            </a:r>
            <a:r>
              <a:rPr lang="it">
                <a:solidFill>
                  <a:schemeClr val="dk1"/>
                </a:solidFill>
              </a:rPr>
              <a:t>whether any proposed techniques or novelties improved or not the results, in terms of any performance (efficacy, efficiency, …)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to empathize the novelties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you introduced in your model (prj A or B) or used advanced techniques (prj B) w.r.t. to the results and/or any significant/critical analyses and any interesting finding/insight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I.e: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Discussion/Analysis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of interesting findings/insights,</a:t>
            </a:r>
            <a:r>
              <a:rPr lang="it" sz="1400"/>
              <a:t>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“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you learn?”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Models/Hyperparameters/Results/Efficacy/Efficiency, selecting/highlighting what is more significant in your opinion (time and space constraints help to select!)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concrete measured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(numerical or graphical)  to support your conclusions (as for any 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scientific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report)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What you have drawn and what you learned (in short)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Blind Test Results: name of the result files and your nickname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Bibliography 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See the section References o</a:t>
            </a:r>
            <a:r>
              <a:rPr lang="it"/>
              <a:t>f the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Appendix - not shown in the time slot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641"/>
              <a:buNone/>
            </a:pPr>
            <a:r>
              <a:rPr lang="it"/>
              <a:t> </a:t>
            </a:r>
            <a:r>
              <a:rPr lang="it" sz="2244"/>
              <a:t>(may be many slides, but still use a reasonable number) </a:t>
            </a:r>
            <a:endParaRPr sz="2244"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44050" y="1468650"/>
            <a:ext cx="85206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Material that is complementary to your presentation, but not directly presented: </a:t>
            </a:r>
            <a:r>
              <a:rPr lang="it" sz="1100">
                <a:solidFill>
                  <a:schemeClr val="dk1"/>
                </a:solidFill>
              </a:rPr>
              <a:t>·</a:t>
            </a:r>
            <a:r>
              <a:rPr lang="it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it" sz="1100">
                <a:solidFill>
                  <a:schemeClr val="dk1"/>
                </a:solidFill>
              </a:rPr>
              <a:t>Use appendix for large or other tables or plots (if needed); the slides out of the limit will be not necessarily read and therefore not necessarily evaluated!!!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Can be used to answer some questions during the oral discussion of the project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it"/>
              <a:t>In the appendix you can use a smaller font (although readable. e.g. ≥11) and even smaller for tables 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On-screen Show (16:9)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Simple Light</vt:lpstr>
      <vt:lpstr>ML 2025 Project  Slides demo (v0.1) </vt:lpstr>
      <vt:lpstr>Objectives</vt:lpstr>
      <vt:lpstr>Your contributions (may be more slides, but be schematic)</vt:lpstr>
      <vt:lpstr>Models Novelties (may be more slides)</vt:lpstr>
      <vt:lpstr>Monk Results 1 (may be more slides, but be schematic)</vt:lpstr>
      <vt:lpstr>Monk Results 2 (may be more slides, but be schematic)  </vt:lpstr>
      <vt:lpstr>CUP Validation schema: data splitting</vt:lpstr>
      <vt:lpstr>CUP Validation schema: model selection</vt:lpstr>
      <vt:lpstr>CUP Results (many slides are possible)</vt:lpstr>
      <vt:lpstr>Discussion (may be more slides) </vt:lpstr>
      <vt:lpstr>Conclusions</vt:lpstr>
      <vt:lpstr>Bibliography </vt:lpstr>
      <vt:lpstr>Appendix - not shown in the time slot  (may be many slides, but still use a reasonable number)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Lorenzo Albani</cp:lastModifiedBy>
  <cp:revision>1</cp:revision>
  <dcterms:modified xsi:type="dcterms:W3CDTF">2026-01-20T16:51:09Z</dcterms:modified>
</cp:coreProperties>
</file>